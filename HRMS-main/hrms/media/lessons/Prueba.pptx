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0FD553-5CA5-41B3-90B8-4146FD47C8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04A59D-325D-409B-B6CC-C260F87A4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A4C036-6965-4F1C-BA52-D88A0B889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AE51-3528-4610-9365-24020899FF22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B925F7-66AD-46B1-897E-F7425D80B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DC3018-50BD-4951-8A61-CF277A6A1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262C3-7952-4E27-93E5-68559C8BA83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96166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7E7EF4-6A2C-4220-834C-3AF8CB056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EE3525-845D-40DD-B486-6C9E73157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C8A53C-7AAA-4285-B6D1-5940B4285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AE51-3528-4610-9365-24020899FF22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08B6F3-3BA7-4395-9B7F-A472857B4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E00EED-6345-4865-B220-F9D28308F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262C3-7952-4E27-93E5-68559C8BA83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2749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725D6B-EBA1-46E5-8E45-0125A8983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D2C07A6-DE63-436B-AA2B-D852343CB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B91A2F-8390-46F8-853C-7DA1E9B30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AE51-3528-4610-9365-24020899FF22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742906-579A-41D9-BE02-753166FC3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955E91-17F4-48F1-89C9-AFA6E5D7E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262C3-7952-4E27-93E5-68559C8BA83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58850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F4A1DD-898C-467E-A883-B6EA6A8F0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778167-C450-4999-B699-1B3522A182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68729BD-9C76-4358-9178-48A6B6EFC2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E431112-E988-47E8-AF9B-8FE50AF74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AE51-3528-4610-9365-24020899FF22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A755DC-3DCC-4C29-A553-8B7D6170D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127B8F9-E73C-4BD1-BAB6-7612BC44E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262C3-7952-4E27-93E5-68559C8BA83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59948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A221B5-EBFA-4C48-B95B-C3E420C5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29C908-29CE-435E-A29F-5FD98DED2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36F2E06-B4FE-45CE-AFED-9DA4773B7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EDA36A-E68E-4FCC-8CFF-BDC9D72351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2E9E98B-D622-49BD-A487-8AEC1FBA77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3D11E25-BAB2-4B6F-A050-9E65462EB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AE51-3528-4610-9365-24020899FF22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7D669DC-5978-425F-B9B6-50189EF10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62D5871-2F02-45FB-804A-26F5878AE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262C3-7952-4E27-93E5-68559C8BA83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81572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E3CBD4-5A3D-4DD3-9827-AF1886060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396DE9E-3C99-4C7C-944B-396738E41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AE51-3528-4610-9365-24020899FF22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0A31754-991A-410E-9297-183694767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6925181-03F3-4413-BA53-876D9839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262C3-7952-4E27-93E5-68559C8BA83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20486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26DFC12-1723-4B3A-A215-2367A35E3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AE51-3528-4610-9365-24020899FF22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1EE3313-9F68-4720-90F8-B6905B15A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C17BBF-0AAB-42BC-81BC-C7B5D2B77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262C3-7952-4E27-93E5-68559C8BA83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4677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B0F4F9-EC88-4DD9-A084-4CE46AE42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0EA69A-4184-4626-9945-6AA1D328F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94EE45-5C78-42DC-8131-4E670A011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DA3BA7-B511-4786-9FEB-3493D8F9E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AE51-3528-4610-9365-24020899FF22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2FF3C0-8374-4254-BB9B-9D7B0E7F8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87D7A1C-D845-4A17-A1F9-2C52A8BDE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262C3-7952-4E27-93E5-68559C8BA83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38461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2AA3A3-AEE7-43C9-8658-AC6E815CB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5E71789-258F-4FCB-87F5-739662C430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2F67F6B-0D1F-4E18-87DC-7F03D47D48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5CA0C74-854C-4F95-91B2-765D8BFDB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AE51-3528-4610-9365-24020899FF22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C4FB5C-AB43-4EA3-A281-75CB9F0A0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E82846-9CA5-434A-A516-705FFCFBF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262C3-7952-4E27-93E5-68559C8BA83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65454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43653E-9955-452F-87CD-4A7B22A51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61D20E2-F953-43A0-B42C-D3B86D4E62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247DFB-02BD-4B1D-BF63-BDC1DD92D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AE51-3528-4610-9365-24020899FF22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5EDA80-4ADF-4511-A413-F7032E5D4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9956BE-5063-4709-BFA3-663C59BF6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262C3-7952-4E27-93E5-68559C8BA83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0909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D3B7E12-6950-4FD6-86C6-E1F84BE37B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72E2BB-C75A-436B-9E26-FEEE47FFA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D50C5D-0E2D-4B36-A180-4211258AC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AE51-3528-4610-9365-24020899FF22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4CFD78-1B73-487C-AAB0-22D7B9732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033B96-1B32-4C33-865D-0AF7CCA0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262C3-7952-4E27-93E5-68559C8BA83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00529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A003A84-0A41-492E-AB2D-3BD0C1E09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76D251-EDF5-4EC9-9CA7-3A14EC7FA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1D19B9-294A-4705-BCDA-0B2A1A6657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BAE51-3528-4610-9365-24020899FF22}" type="datetimeFigureOut">
              <a:rPr lang="es-MX" smtClean="0"/>
              <a:t>05/06/2025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284A25-53B6-4C63-B3EA-F20D8DE48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5C1430-AE2D-4442-AE6C-239EDEBD6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A262C3-7952-4E27-93E5-68559C8BA83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64975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722AF7-1E09-4483-947C-27CD47A8D2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/>
              <a:t>Prueba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F1F987-731C-41A8-98F9-4C5D08BA61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245582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Prueba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Prueba</dc:title>
  <dc:creator>User</dc:creator>
  <cp:lastModifiedBy>User</cp:lastModifiedBy>
  <cp:revision>1</cp:revision>
  <dcterms:created xsi:type="dcterms:W3CDTF">2025-06-05T15:59:26Z</dcterms:created>
  <dcterms:modified xsi:type="dcterms:W3CDTF">2025-06-05T15:59:42Z</dcterms:modified>
</cp:coreProperties>
</file>